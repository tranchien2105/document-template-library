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GIỚI THIỆU CÔNG 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quan về {{ten_cong_ty}}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bày bởi  {{nguoi_trinh_bay}}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Ngày  {{ngay_trinh_bay}}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QUAN DOANH NGHIỆP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minh họa có thể tùy chỉnh theo thông tin doanh nghiệp.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3337560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46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Lĩnh vực hoạt động: {{linh_vuc_hoat_dong}}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3959352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867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 thành lập: {{nam_thanh_lap}}  •  Trụ sở: {{dia_chi_tru_so}}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4581144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9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mô đội ngũ: {{quy_mo_doi_ngu}} nhân sự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" y="5202936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111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Thị trường phục vụ: {{thi_truong_phuc_vu}}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SỨ MỆNH VÀ TẦM NHÌN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minh họa có thể tùy chỉnh theo thông tin doanh nghiệp.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3337560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46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Sứ mệnh: {{su_menh}}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3959352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867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Tầm nhìn đến năm {{nam_tam_nhin}}: {{tam_nhin}}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4581144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9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Giá trị cốt lõi: {{gia_tri_cot_loi}}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SẢN PHẨM VÀ DỊCH VỤ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minh họa có thể tùy chỉnh theo thông tin doanh nghiệp.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3337560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46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{{san_pham_dich_vu_1}} — {{loi_ich_1}}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3959352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867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{{san_pham_dich_vu_2}} — {{loi_ich_2}}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4581144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9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{{san_pham_dich_vu_3}} — {{loi_ich_3}}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" y="5202936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111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kết chất lượng: {{cam_ket_chat_luong}}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ĐỘI NGŨ VÀ NĂNG LỰC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minh họa có thể tùy chỉnh theo thông tin doanh nghiệp.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3337560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46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Đại diện doanh nghiệp: {{nguoi_dai_dien}}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3959352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867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Năng lực chuyên môn: {{nang_luc_chuyen_mon}}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4581144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9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Kinh nghiệm nổi bật: {{kinh_nghiem_noi_bat}}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" y="5202936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111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Đối tác tiêu biểu: {{doi_tac_tieu_bieu}}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THƯ VIỆN MẪU  /  BẢN TRÌNH CHIẾU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698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THÔNG TIN LIÊN HỆ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minh họa có thể tùy chỉnh theo thông tin doanh nghiệp.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852928"/>
            <a:ext cx="1737360" cy="0"/>
          </a:xfrm>
          <a:prstGeom prst="line">
            <a:avLst/>
          </a:prstGeom>
          <a:noFill/>
          <a:ln w="30480">
            <a:solidFill>
              <a:srgbClr val="2D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355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•  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3337560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461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Địa chỉ: {{dia_chi_lien_he}}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3959352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867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Điện thoại: {{so_dien_thoai}}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4581144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89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 {{email_lien_he}}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" y="5202936"/>
            <a:ext cx="128016" cy="128016"/>
          </a:xfrm>
          <a:prstGeom prst="ellipse">
            <a:avLst/>
          </a:prstGeom>
          <a:solidFill>
            <a:srgbClr val="2D8C88"/>
          </a:solidFill>
          <a:ln w="12700">
            <a:solidFill>
              <a:srgbClr val="2D8C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11149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{{trang_web}}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Papertrail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Mẫu Giới thiệu Công ty</dc:title>
  <dc:subject>Mẫu trình chiếu tiếng Việt</dc:subject>
  <dc:creator>Papertrail</dc:creator>
  <cp:lastModifiedBy>Papertrail</cp:lastModifiedBy>
  <cp:revision>1</cp:revision>
  <dcterms:created xsi:type="dcterms:W3CDTF">2026-10-29T17:38:27Z</dcterms:created>
  <dcterms:modified xsi:type="dcterms:W3CDTF">2026-10-29T17:38:27Z</dcterms:modified>
</cp:coreProperties>
</file>