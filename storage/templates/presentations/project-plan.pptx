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HỒ SƠ DỰ ÁN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55448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 hoạch Triển khai Dự án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68096" y="2971800"/>
            <a:ext cx="1051560" cy="0"/>
          </a:xfrm>
          <a:prstGeom prst="line">
            <a:avLst/>
          </a:prstGeom>
          <a:noFill/>
          <a:ln w="50800">
            <a:solidFill>
              <a:srgbClr val="F4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246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9E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{{du_an_ten}}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4315968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5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dự án: {{du_an_quan_ly}}  •  {{ke_hoach_ngay}}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1B3A50"/>
          </a:solidFill>
          <a:ln w="12700">
            <a:solidFill>
              <a:srgbClr val="142B3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0" y="5303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451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68096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9C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MẪU TRÌNH CHIẾU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Mục tiêu Dự án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kết quả dùng để xác định dự án triển khai thành công.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12848"/>
            <a:ext cx="3218688" cy="2057400"/>
          </a:xfrm>
          <a:prstGeom prst="roundRect">
            <a:avLst>
              <a:gd name="adj" fmla="val 2667"/>
            </a:avLst>
          </a:prstGeom>
          <a:solidFill>
            <a:srgbClr val="142B3D"/>
          </a:solidFill>
          <a:ln w="10160">
            <a:solidFill>
              <a:srgbClr val="14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{{muc_tieu_1}}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9392" y="2212848"/>
            <a:ext cx="321868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07992" y="2971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{{muc_tieu_2}}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27264" y="2212848"/>
            <a:ext cx="321868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2514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 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55864" y="2971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{{muc_tieu_3}}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10314432" cy="731520"/>
          </a:xfrm>
          <a:prstGeom prst="roundRect">
            <a:avLst>
              <a:gd name="adj" fmla="val 7500"/>
            </a:avLst>
          </a:prstGeom>
          <a:solidFill>
            <a:srgbClr val="FFF0E9"/>
          </a:solidFill>
          <a:ln w="10160">
            <a:solidFill>
              <a:srgbClr val="FFF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006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TIÊU CHÍ THÀNH CÔNG  •  Tiêu chí thành công: {{thanh_cong_cac_chi_so}}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Phạm vi và Giới hạn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Thống nhất kỳ vọng để hạn chế phát sinh ngoài dự kiến.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074920" cy="3429000"/>
          </a:xfrm>
          <a:prstGeom prst="roundRect">
            <a:avLst>
              <a:gd name="adj" fmla="val 1600"/>
            </a:avLst>
          </a:prstGeom>
          <a:solidFill>
            <a:srgbClr val="142B3D"/>
          </a:solidFill>
          <a:ln w="10160">
            <a:solidFill>
              <a:srgbClr val="14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TRONG PHẠM VI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{{trong_pham_vi_1}}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{{trong_pham_vi_2}}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0749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NGOÀI PHẠM VI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{{ngoai_cua_pham_vi_1}}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{{ngoai_cua_pham_vi_2}}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Tiến độ Thực hiện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 hoạch theo giai đoạn với các mốc kiểm tra rõ ràng.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606040"/>
            <a:ext cx="475488" cy="47548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7432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2843784"/>
            <a:ext cx="2788920" cy="0"/>
          </a:xfrm>
          <a:prstGeom prst="line">
            <a:avLst/>
          </a:prstGeom>
          <a:noFill/>
          <a:ln w="25400">
            <a:solidFill>
              <a:srgbClr val="CF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Khảo sát và thống nhất     {{giai_doan_1_ngay}}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475488" cy="47548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7432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2843784"/>
            <a:ext cx="2788920" cy="0"/>
          </a:xfrm>
          <a:prstGeom prst="line">
            <a:avLst/>
          </a:prstGeom>
          <a:noFill/>
          <a:ln w="25400">
            <a:solidFill>
              <a:srgbClr val="CF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342900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Thiết kế và xây dựng          {{giai_doan_2_ngay}}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2606040"/>
            <a:ext cx="475488" cy="475488"/>
          </a:xfrm>
          <a:prstGeom prst="ellipse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7432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342900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Kiểm thử và ra mắt      {{giai_doan_3_ngay}}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507492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FF0E9"/>
          </a:solidFill>
          <a:ln w="10160">
            <a:solidFill>
              <a:srgbClr val="FFF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25780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Mốc quan trọng: {{trong_yeu_cot_moc}}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Phân công Trách nhiệm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Mỗi kết quả quan trọng đều có người chịu trách nhiệm.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29968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9456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215798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Nhà tài trợ     {{nha_tai_tro_ten}}  — quyết định và tháo gỡ vướng mắc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52928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EDF1F4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1752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64208" y="298094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dự án     {{du_an_quan_ly}}  — điều phối triển khai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75888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84048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380390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Đại diện nghiệp vụ     {{kinh_doanh_phu_trach}}  — yêu cầu và nghiệm thu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498848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EDF1F4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66344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64208" y="462686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Trưởng nhóm kỹ thuật     {{ky_thuat_truong_nhom}}  — kiến trúc và chất lượng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Rủi ro và Phương án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Chủ động xử lý bất định và rà soát thường xuyên.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67712"/>
            <a:ext cx="321868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670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{{rui_ro_1}}  |  {{rui_ro_1_ung_pho}}  |  Phụ trách: {{rui_ro_1_phu_trach}}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2267712"/>
            <a:ext cx="321868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560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07992" y="2971800"/>
            <a:ext cx="2670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{{rui_ro_2}}  |  {{rui_ro_2_ung_pho}}  |  Phụ trách: {{rui_ro_2_phu_trach}}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27264" y="2267712"/>
            <a:ext cx="321868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2560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55864" y="2971800"/>
            <a:ext cx="26700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{{rui_ro_3}}  |  {{rui_ro_3_ung_pho}}  |  Phụ trách: {{rui_ro_3_phu_trach}}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1206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Rà soát mức độ ảnh hưởng, người phụ trách và phương án giảm thiểu tại mỗi mốc dự án.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 Bước Tiếp theo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Bắt đầu triển khai với các đầu việc thống nhất.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645920" y="2514600"/>
            <a:ext cx="347472" cy="0"/>
          </a:xfrm>
          <a:prstGeom prst="line">
            <a:avLst/>
          </a:prstGeom>
          <a:noFill/>
          <a:ln w="19050">
            <a:solidFill>
              <a:srgbClr val="CF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21488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Xác nhận phạm vi và người ra quyết định — {{han_1}}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1645920" y="3474720"/>
            <a:ext cx="347472" cy="0"/>
          </a:xfrm>
          <a:prstGeom prst="line">
            <a:avLst/>
          </a:prstGeom>
          <a:noFill/>
          <a:ln w="19050">
            <a:solidFill>
              <a:srgbClr val="CF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10896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Công bố lịch làm việc và các mốc — {{han_2}}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645920" y="4434840"/>
            <a:ext cx="347472" cy="0"/>
          </a:xfrm>
          <a:prstGeom prst="line">
            <a:avLst/>
          </a:prstGeom>
          <a:noFill/>
          <a:ln w="19050">
            <a:solidFill>
              <a:srgbClr val="CF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406908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Họp khởi động và rà soát phụ thuộc — {{han_3}}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394960"/>
            <a:ext cx="10195560" cy="585216"/>
          </a:xfrm>
          <a:prstGeom prst="roundRect">
            <a:avLst>
              <a:gd name="adj" fmla="val 9375"/>
            </a:avLst>
          </a:prstGeom>
          <a:solidFill>
            <a:srgbClr val="142B3D"/>
          </a:solidFill>
          <a:ln w="10160">
            <a:solidFill>
              <a:srgbClr val="142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5504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Mốc kiểm tra đầu tiên: {{moc_kiem_tra_ngay}}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Thư viện Mẫu Tài liệu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Triển khai Dự án</dc:title>
  <dc:subject>Bộ trình chiếu bảy trang về mục tiêu, phạm vi, tiến độ, phân công trách nhiệm, xử lý rủi ro và các bước tiếp theo của dự án.</dc:subject>
  <dc:creator>Thư viện Mẫu Tài liệu</dc:creator>
  <cp:lastModifiedBy>Thư viện Mẫu Tài liệu</cp:lastModifiedBy>
  <cp:revision>1</cp:revision>
  <dcterms:created xsi:type="dcterms:W3CDTF">2026-10-30T05:06:40Z</dcterms:created>
  <dcterms:modified xsi:type="dcterms:W3CDTF">2026-10-30T05:06:40Z</dcterms:modified>
</cp:coreProperties>
</file>