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CÁO ĐIỀU HÀNH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15544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Đánh giá Kinh doanh theo Quý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68096" y="2971800"/>
            <a:ext cx="1051560" cy="0"/>
          </a:xfrm>
          <a:prstGeom prst="line">
            <a:avLst/>
          </a:prstGeom>
          <a:noFill/>
          <a:ln w="50800">
            <a:solidFill>
              <a:srgbClr val="F4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246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9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{{bao_cao_ky}}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431596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5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{{cong_ty_ten}}  •  Ngày {{bao_cao_ngay}}  •  Người lập: {{lap_boi}}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B3A50"/>
          </a:solidFill>
          <a:ln w="12700">
            <a:solidFill>
              <a:srgbClr val="142B3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0" y="5303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451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68096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9C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MẪU TRÌNH CHIẾU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Tóm tắt Điều hành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kinh doanh đạt và vượt các mục tiêu trọng yếu trong quý.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21408"/>
            <a:ext cx="3703320" cy="3474720"/>
          </a:xfrm>
          <a:prstGeom prst="roundRect">
            <a:avLst>
              <a:gd name="adj" fmla="val 1579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14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DOANH THU THỰC HIỆN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Doanh thu đạt {{tong_doanh_thu}}, tương đương {{doanh_thu_muc_dat}} kế hoạch.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Tỷ lệ giữ chân khách hàng đạt {{giu_chan_ty_le}}, cao hơn mục tiêu {{giu_chan_muc_tieu}}.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NHẤN ĐIỀU HÀNH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19472" y="3218688"/>
            <a:ext cx="219456" cy="0"/>
          </a:xfrm>
          <a:prstGeom prst="line">
            <a:avLst/>
          </a:prstGeom>
          <a:noFill/>
          <a:ln w="38100">
            <a:solidFill>
              <a:srgbClr val="F4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78892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Động lực tăng trưởng chính đến từ gia hạn thuê bao và mở rộng khách hàng hiện hữu.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19472" y="3950208"/>
            <a:ext cx="219456" cy="0"/>
          </a:xfrm>
          <a:prstGeom prst="line">
            <a:avLst/>
          </a:prstGeom>
          <a:noFill/>
          <a:ln w="38100">
            <a:solidFill>
              <a:srgbClr val="F4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Trọng tâm cần cải thiện: rút ngắn chu kỳ chốt hợp đồng doanh nghiệp.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quan Chỉ số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kết quả thực tế với mục tiêu quý đã được phê duyệt.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57400"/>
            <a:ext cx="5074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" y="25877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Doanh thu  {{tong_doanh_thu}}  |  Kế hoạch {{doanh_thu_ke_hoach}}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9632" y="2057400"/>
            <a:ext cx="5074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28232" y="25877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Biên lợi nhuận gộp  {{bien_loi_nhuan_gop}}  |  Kế hoạch {{gop_bien_ke_hoach}}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3703320"/>
            <a:ext cx="5074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886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" y="42336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 hàng mới  {{moi_khach_hang}}  |  Kế hoạch {{moi_khach_hang_ke_hoach}}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99632" y="3703320"/>
            <a:ext cx="5074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886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28232" y="42336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Tỷ lệ giữ chân  {{giu_chan_ty_le}}  |  Kế hoạch {{giu_chan_muc_tieu}}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Thực tế so với kế hoạch được duyệt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tích Doanh thu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Cơ cấu doanh thu cho thấy tăng trưởng đến từ cả thuê bao và dịch vụ.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Thuê bao                         {{doanh_thu_thue_bao}}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121408"/>
            <a:ext cx="3383280" cy="219456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vụ chuyên môn                {{doanh_thu_dich_vu}}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834640"/>
            <a:ext cx="3886200" cy="219456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511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Mở rộng khách hàng hiện hữu       {{mo_rong_doanh_thu}}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3547872"/>
            <a:ext cx="4389120" cy="219456"/>
          </a:xfrm>
          <a:prstGeom prst="rect">
            <a:avLst/>
          </a:prstGeom>
          <a:solidFill>
            <a:srgbClr val="F45100"/>
          </a:solidFill>
          <a:ln w="12700">
            <a:solidFill>
              <a:srgbClr val="F451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doanh thu                    {{tong_doanh_thu}}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4261104"/>
            <a:ext cx="5394960" cy="219456"/>
          </a:xfrm>
          <a:prstGeom prst="rect">
            <a:avLst/>
          </a:prstGeom>
          <a:solidFill>
            <a:srgbClr val="142B3D"/>
          </a:solidFill>
          <a:ln w="12700">
            <a:solidFill>
              <a:srgbClr val="142B3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2286000"/>
            <a:ext cx="1828800" cy="2468880"/>
          </a:xfrm>
          <a:prstGeom prst="roundRect">
            <a:avLst>
              <a:gd name="adj" fmla="val 3000"/>
            </a:avLst>
          </a:prstGeom>
          <a:solidFill>
            <a:srgbClr val="142B3D"/>
          </a:solidFill>
          <a:ln w="10160">
            <a:solidFill>
              <a:srgbClr val="142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8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TĂNG TRƯỞNG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4692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Tăng trưởng so với cùng kỳ: {{doanh_thu_tang_truong}}  •  Độ tin cậy dự báo: {{du_bao_do_tin_cay}}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4864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Nổi bật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sáng kiến trọng điểm tạo tác động rõ rệt trong quý.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321868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thành 120 hợp đồng khách hàng mới, vượt kế hoạch 10%.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2240280"/>
            <a:ext cx="321868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07992" y="2999232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Tỷ lệ giữ chân tăng từ 91% lên 94% nhờ chương trình chăm sóc chủ động.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27264" y="2240280"/>
            <a:ext cx="321868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55864" y="2999232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Biên lợi nhuận gộp đạt 48%, cao hơn kế hoạch 2 điểm phần trăm.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Phản hồi khách hàng: thời gian hỗ trợ được cải thiện đáng kể.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320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3840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Ưu tiên Quý Tiếp theo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469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ưu tiên gắn với bộ phận chịu trách nhiệm và mốc rà soát.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10789920" cy="0"/>
          </a:xfrm>
          <a:prstGeom prst="line">
            <a:avLst/>
          </a:prstGeom>
          <a:noFill/>
          <a:ln w="10160">
            <a:solidFill>
              <a:srgbClr val="D7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3317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29514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Rút ngắn chu kỳ chốt hợp đồng — Phụ trách: Kinh doanh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83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334670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Mở rộng gia hạn tự động — Phụ trách: Sản phẩm và Vận hành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E0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4348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39826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Duy trì biên lợi nhuận gộp từ {{bien_loi_nhuan_gop}} — Phụ trách: Tài chính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Mốc đánh giá kết quả: {{tiep_theo_ra_soat_ngay}}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PAPERTRAIL  •  MẪU CÓ THỂ TÙY CHỈNH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Thư viện Mẫu Tài liệu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Kinh doanh theo Quý</dc:title>
  <dc:subject>Bộ trình chiếu sáu trang tổng kết kinh doanh theo quý, gồm tóm tắt điều hành, chỉ số, doanh thu, kết quả nổi bật và ưu tiên quý tới.</dc:subject>
  <dc:creator>Thư viện Mẫu Tài liệu</dc:creator>
  <cp:lastModifiedBy>Thư viện Mẫu Tài liệu</cp:lastModifiedBy>
  <cp:revision>1</cp:revision>
  <dcterms:created xsi:type="dcterms:W3CDTF">2026-10-30T05:06:40Z</dcterms:created>
  <dcterms:modified xsi:type="dcterms:W3CDTF">2026-10-30T05:06:40Z</dcterms:modified>
</cp:coreProperties>
</file>