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HỒ SƠ DOANH NGHIỆP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155448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Giới thiệu Công ty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68096" y="2971800"/>
            <a:ext cx="1051560" cy="0"/>
          </a:xfrm>
          <a:prstGeom prst="line">
            <a:avLst/>
          </a:prstGeom>
          <a:noFill/>
          <a:ln w="50800">
            <a:solidFill>
              <a:srgbClr val="F4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2461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9E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Tổng quan về chúng tôi và giá trị chúng tôi mang lại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8096" y="4315968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5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Trình bày cho {{doi_tuong}}  •  Ngày {{trinh_chieu_ngay}}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738360" y="0"/>
            <a:ext cx="2450592" cy="6858000"/>
          </a:xfrm>
          <a:prstGeom prst="rect">
            <a:avLst/>
          </a:prstGeom>
          <a:solidFill>
            <a:srgbClr val="1B3A50"/>
          </a:solidFill>
          <a:ln w="12700">
            <a:solidFill>
              <a:srgbClr val="142B3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04120" y="53035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F451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68096" y="6263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9C5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MẪU TRÌNH CHIẾU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20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Tổng quan Công 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24128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Đội ngũ tập trung biến thách thức phức tạp thành kết quả thiết thực.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789920" cy="0"/>
          </a:xfrm>
          <a:prstGeom prst="line">
            <a:avLst/>
          </a:prstGeom>
          <a:noFill/>
          <a:ln w="10160">
            <a:solidFill>
              <a:srgbClr val="D7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2240280"/>
            <a:ext cx="248716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42316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" y="2852928"/>
            <a:ext cx="212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Năm thành lập: {{thanh_lap_nam}}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56432" y="2240280"/>
            <a:ext cx="248716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242316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39312" y="2852928"/>
            <a:ext cx="212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Trụ sở chính: {{tru_so}}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2240280"/>
            <a:ext cx="248716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42316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852928"/>
            <a:ext cx="212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Số khách hàng: {{khach_hang_so_luong}}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979408" y="2240280"/>
            <a:ext cx="248716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288" y="242316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62288" y="2852928"/>
            <a:ext cx="212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Thị trường trọng điểm: {{thi_truong}}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709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TỔNG QUAN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0749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Đội ngũ tập trung biến thách thức phức tạp thành kết quả thiết thực.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4944" y="6473952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•  MẪU CÓ THỂ TÙY CHỈNH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20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Sứ mệnh và Tầm nhìn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24128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Sứ mệnh của chúng tôi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789920" cy="0"/>
          </a:xfrm>
          <a:prstGeom prst="line">
            <a:avLst/>
          </a:prstGeom>
          <a:noFill/>
          <a:ln w="10160">
            <a:solidFill>
              <a:srgbClr val="D7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148840"/>
            <a:ext cx="5166360" cy="3429000"/>
          </a:xfrm>
          <a:prstGeom prst="roundRect">
            <a:avLst>
              <a:gd name="adj" fmla="val 1600"/>
            </a:avLst>
          </a:prstGeom>
          <a:solidFill>
            <a:srgbClr val="142B3D"/>
          </a:solidFill>
          <a:ln w="10160">
            <a:solidFill>
              <a:srgbClr val="142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48716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8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Sứ mệnh của chúng tôi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320040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{{su_menh_tuyen_bo}}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227064" y="2148840"/>
            <a:ext cx="516636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0160">
            <a:solidFill>
              <a:srgbClr val="DCE2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48716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Tầm nhìn của chúng tôi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320040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{{tam_nhin_tuyen_bo}}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94944" y="6473952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•  MẪU CÓ THỂ TÙY CHỈNH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20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Dịch vụ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24128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Dịch vụ được xây dựng để tạo ra kết quả cụ thể cho khách hàng.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789920" cy="0"/>
          </a:xfrm>
          <a:prstGeom prst="line">
            <a:avLst/>
          </a:prstGeom>
          <a:noFill/>
          <a:ln w="10160">
            <a:solidFill>
              <a:srgbClr val="D7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57400"/>
            <a:ext cx="10515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5856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83080" y="2212848"/>
            <a:ext cx="9006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{{dich_vu_1}}  |  {{dich_vu_1_loi_ich}}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515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44728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83080" y="3401568"/>
            <a:ext cx="9006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{{dich_vu_2}}  |  {{dich_vu_2_loi_ich}}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434840"/>
            <a:ext cx="10515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63600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83080" y="4590288"/>
            <a:ext cx="9006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{{dich_vu_3}}  |  {{dich_vu_3_loi_ich}}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94944" y="6473952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•  MẪU CÓ THỂ TÙY CHỈNH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20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/  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Đội ngũ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24128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Những con người giàu kinh nghiệm cùng chịu trách nhiệm cho kết quả chung.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789920" cy="0"/>
          </a:xfrm>
          <a:prstGeom prst="line">
            <a:avLst/>
          </a:prstGeom>
          <a:noFill/>
          <a:ln w="10160">
            <a:solidFill>
              <a:srgbClr val="D7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40280"/>
            <a:ext cx="3218688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542032"/>
            <a:ext cx="502920" cy="502920"/>
          </a:xfrm>
          <a:prstGeom prst="ellipse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6243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3310128"/>
            <a:ext cx="2761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{{lanh_dao_1}} — {{vai_tro_1}}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79392" y="2240280"/>
            <a:ext cx="3218688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7992" y="2542032"/>
            <a:ext cx="502920" cy="502920"/>
          </a:xfrm>
          <a:prstGeom prst="ellipse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26243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07992" y="3310128"/>
            <a:ext cx="2761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{{lanh_dao_2}} — {{vai_tro_2}}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27264" y="2240280"/>
            <a:ext cx="3218688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55864" y="2542032"/>
            <a:ext cx="502920" cy="502920"/>
          </a:xfrm>
          <a:prstGeom prst="ellipse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55864" y="26243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55864" y="3310128"/>
            <a:ext cx="2761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{{lanh_dao_3}} — {{vai_tro_3}}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52578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Đội ngũ liên chức năng gồm {{doi_ngu_quy_mo}} chuyên gia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" y="6473952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•  MẪU CÓ THỂ TÙY CHỈNH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20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/  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Thông tin Liên hệ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24128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Hãy cùng trao đổi về cơ hội hợp tác tiếp theo.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789920" cy="0"/>
          </a:xfrm>
          <a:prstGeom prst="line">
            <a:avLst/>
          </a:prstGeom>
          <a:noFill/>
          <a:ln w="10160">
            <a:solidFill>
              <a:srgbClr val="D7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48840"/>
            <a:ext cx="6675120" cy="3520440"/>
          </a:xfrm>
          <a:prstGeom prst="roundRect">
            <a:avLst>
              <a:gd name="adj" fmla="val 1558"/>
            </a:avLst>
          </a:prstGeom>
          <a:solidFill>
            <a:srgbClr val="142B3D"/>
          </a:solidFill>
          <a:ln w="10160">
            <a:solidFill>
              <a:srgbClr val="142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146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8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LIÊN HỆ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{{cong_ty_ten}}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{{lien_he_email}}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{{trang_web}}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{{van_phong_dia_chi}}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0956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CÙNG BẮT ĐẦU MỘT CUỘC TRAO ĐỔI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09560" y="34290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Hãy cùng trao đổi về cơ hội hợp tác tiếp theo.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94944" y="6473952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•  MẪU CÓ THỂ TÙY CHỈNH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Thư viện Mẫu Tài liệu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Công ty</dc:title>
  <dc:subject>Bộ trình chiếu sáu trang giới thiệu tổng quan, sứ mệnh, tầm nhìn, dịch vụ, đội ngũ và thông tin liên hệ công ty.</dc:subject>
  <dc:creator>Thư viện Mẫu Tài liệu</dc:creator>
  <cp:lastModifiedBy>Thư viện Mẫu Tài liệu</cp:lastModifiedBy>
  <cp:revision>1</cp:revision>
  <dcterms:created xsi:type="dcterms:W3CDTF">2026-10-30T05:06:40Z</dcterms:created>
  <dcterms:modified xsi:type="dcterms:W3CDTF">2026-10-30T05:06:40Z</dcterms:modified>
</cp:coreProperties>
</file>