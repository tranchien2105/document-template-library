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457200"/>
            <a:ext cx="3840480" cy="3840480"/>
          </a:xfrm>
          <a:prstGeom prst="ellipse">
            <a:avLst/>
          </a:prstGeom>
          <a:solidFill>
            <a:srgbClr val="F45100">
              <a:alpha val="90000"/>
            </a:srgbClr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1170432"/>
            <a:ext cx="2395728" cy="239572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0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30" kern="0" dirty="0">
                <a:solidFill>
                  <a:srgbClr val="FFC4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/  PEOPLE &amp; CULTURE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7726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Chương trình hội nhập nhân sự mới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7086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Lộ trình 30–60–90 ngày giúp nhân sự mới bắt nhịp và tạo giá trị.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3232" y="4754880"/>
            <a:ext cx="1417320" cy="0"/>
          </a:xfrm>
          <a:prstGeom prst="line">
            <a:avLst/>
          </a:prstGeom>
          <a:noFill/>
          <a:ln w="44450">
            <a:solidFill>
              <a:srgbClr val="F4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50474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2D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ĐƠN VỊ  {{ten_cong_ty}}     •     KỲ  {{ky_ke_hoach}}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635508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30" kern="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BẢN LÀM VIỆC  /  CẬP NHẬT TRƯỚC KHI TRÌNH BÀY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/  NHÂN SỰ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07040" y="256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58368"/>
            <a:ext cx="112014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LIỆU LÀM VIỆC  •  CẬP NHẬT TRƯỚC KHI PHÁT HÀNH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656539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BỐI CẢNH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Mục tiêu của chương trình hội nhập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Cùng thống nhất kết quả cần đạt, đối tượng tham gia và nguyên tắc triển khai.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23317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331720"/>
            <a:ext cx="54864" cy="20574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487168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NHÂN SỰ MỚI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2807208"/>
            <a:ext cx="3081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{{tong_chi_tieu}}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04672" y="3392424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Nhân sự tham gia chương trình trong kỳ.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3317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2331720"/>
            <a:ext cx="54864" cy="2057400"/>
          </a:xfrm>
          <a:prstGeom prst="rect">
            <a:avLst/>
          </a:prstGeom>
          <a:solidFill>
            <a:srgbClr val="27745B"/>
          </a:solidFill>
          <a:ln w="12700">
            <a:solidFill>
              <a:srgbClr val="27745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2487168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THỜI GIAN TRIỂN KHAI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53712" y="2807208"/>
            <a:ext cx="3081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{{thoi_gian_trien_khai}}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4553712" y="3392424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Mốc bắt đầu, kết thúc và các điểm rà soát chính.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19872" y="23317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9872" y="2331720"/>
            <a:ext cx="54864" cy="2057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2487168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ĐẦU MỐI PHỤ TRÁCH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02752" y="2807208"/>
            <a:ext cx="3081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{{dau_moi_phu_trach}}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8302752" y="3392424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Điều phối giữa Nhân sự, quản lý và các nhóm liên quan.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828032"/>
            <a:ext cx="109728" cy="10972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3272" y="4754880"/>
            <a:ext cx="10351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Giúp nhân sự mới hiểu vai trò, văn hóa và cách phối hợp.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77240" y="5239512"/>
            <a:ext cx="109728" cy="10972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" y="5166360"/>
            <a:ext cx="10351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Chuẩn bị công cụ, tài khoản và người hướng dẫn trước ngày nhận việc.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77240" y="5650992"/>
            <a:ext cx="109728" cy="10972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5577840"/>
            <a:ext cx="10351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Rà soát tiến độ hội nhập cùng quản lý trực tiếp.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/  NHÂN SỰ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07040" y="256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58368"/>
            <a:ext cx="112014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LIỆU LÀM VIỆC  •  CẬP NHẬT TRƯỚC KHI PHÁT HÀNH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656539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 HOẠCH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Lộ trình hội nhập 30–60–90 ngày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Chuyển mục tiêu thành hoạt động rõ người phụ trách và kết quả đầu ra.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242316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15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090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Ngày 01–30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{{muc_tieu_30_ngay}}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49884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{{dau_ra_30_ngay}}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38728" y="242316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5F5F5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615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3090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Ngày 31–60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0332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{{muc_tieu_60_ngay}}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449884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{{dau_ra_60_ngay}}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19088" y="242316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615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3090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Ngày 61–90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{{muc_tieu_90_ngay}}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449884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{{dau_ra_90_ngay}}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99448" y="242316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5F5F5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0" y="2615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64040" y="3090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 90 ngày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6404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{{muc_tieu_sau_90_ngay}}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64040" y="449884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{{dau_ra_sau_90_ngay}}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/  NHÂN SỰ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07040" y="256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58368"/>
            <a:ext cx="112014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LIỆU LÀM VIỆC  •  CẬP NHẬT TRƯỚC KHI PHÁT HÀNH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656539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VẬN HÀNH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Trải nghiệm nhân sự mới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hành trình nhất quán cần có điểm chạm rõ ràng và phản hồi kịp thời.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" y="2313432"/>
            <a:ext cx="438912" cy="438912"/>
          </a:xfrm>
          <a:prstGeom prst="ellipse">
            <a:avLst/>
          </a:prstGeom>
          <a:solidFill>
            <a:srgbClr val="FFF0E9"/>
          </a:solidFill>
          <a:ln w="12700">
            <a:solidFill>
              <a:srgbClr val="F4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44144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4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44752" y="22677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Trước ngày đầu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07408" y="2267712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Thiết bị, tài khoản, lịch trình và người hướng dẫn.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9264" y="2779776"/>
            <a:ext cx="0" cy="356616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172968"/>
            <a:ext cx="438912" cy="438912"/>
          </a:xfrm>
          <a:prstGeom prst="ellipse">
            <a:avLst/>
          </a:prstGeom>
          <a:solidFill>
            <a:srgbClr val="FFF0E9"/>
          </a:solidFill>
          <a:ln w="12700">
            <a:solidFill>
              <a:srgbClr val="F4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300984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4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44752" y="31272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Tuần đầu tiên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407408" y="3127248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Giới thiệu đội ngũ, quy trình và mục tiêu vai trò.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9264" y="3639312"/>
            <a:ext cx="0" cy="356616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032504"/>
            <a:ext cx="438912" cy="438912"/>
          </a:xfrm>
          <a:prstGeom prst="ellipse">
            <a:avLst/>
          </a:prstGeom>
          <a:solidFill>
            <a:srgbClr val="FFF0E9"/>
          </a:solidFill>
          <a:ln w="12700">
            <a:solidFill>
              <a:srgbClr val="F4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4160520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4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44752" y="3986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Tháng đầu tiên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07408" y="3986784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Đào tạo công việc, trao đổi phản hồi định kỳ.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9264" y="4498848"/>
            <a:ext cx="0" cy="356616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892040"/>
            <a:ext cx="438912" cy="438912"/>
          </a:xfrm>
          <a:prstGeom prst="ellipse">
            <a:avLst/>
          </a:prstGeom>
          <a:solidFill>
            <a:srgbClr val="FFF0E9"/>
          </a:solidFill>
          <a:ln w="12700">
            <a:solidFill>
              <a:srgbClr val="F4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502005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4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44752" y="4846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Đánh giá hội nhập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407408" y="484632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Thống nhất kết quả và kế hoạch phát triển.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444752" y="5650992"/>
            <a:ext cx="9555480" cy="438912"/>
          </a:xfrm>
          <a:prstGeom prst="roundRect">
            <a:avLst>
              <a:gd name="adj" fmla="val 125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64208" y="576986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84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 KẾT DỊCH VỤ  •  {{cam_ket_dich_vu}}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/  NHÂN SỰ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07040" y="256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58368"/>
            <a:ext cx="112014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LIỆU LÀM VIỆC  •  CẬP NHẬT TRƯỚC KHI PHÁT HÀNH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656539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ĐO LƯỜNG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Chỉ số theo dõi &amp; trách nhiệm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Đo lường trải nghiệm, tiến độ và hiệu quả; sử dụng số liệu đã được xác nhận.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3232" y="2414016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414016"/>
            <a:ext cx="54864" cy="196596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56946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TẤT CHUẨN BỊ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96112" y="2889504"/>
            <a:ext cx="3054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{{muc_tieu_chuan_bi}}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96112" y="347472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trước ngày nhận việc.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9704" y="2414016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9704" y="2414016"/>
            <a:ext cx="54864" cy="1965960"/>
          </a:xfrm>
          <a:prstGeom prst="rect">
            <a:avLst/>
          </a:prstGeom>
          <a:solidFill>
            <a:srgbClr val="27745B"/>
          </a:solidFill>
          <a:ln w="12700">
            <a:solidFill>
              <a:srgbClr val="27745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256946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MỨC ĐỘ HÀI LÒNG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72584" y="2889504"/>
            <a:ext cx="3054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{{muc_tieu_hai_long}}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4672584" y="347472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 thập phản hồi ở các mốc hội nhập.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66176" y="2414016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6176" y="2414016"/>
            <a:ext cx="54864" cy="196596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9056" y="256946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ĐẠT MỤC TIÊU VAI TRÒ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49056" y="2889504"/>
            <a:ext cx="3054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{{muc_tieu_hieu_suat}}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8449056" y="347472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Quản lý đánh giá theo tiêu chí đã thống nhất.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8828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CHỊU TRÁCH NHIỆM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2303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{{nguoi_chiu_trach_nhiem}}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92240" y="48828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BÁO CÁO ĐỊNH KỲ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52303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{{tan_suat_bao_cao}}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/  NHÂN SỰ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07040" y="256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58368"/>
            <a:ext cx="112014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LIỆU LÀM VIỆC  •  CẬP NHẬT TRƯỚC KHI PHÁT HÀNH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656539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HÀNH ĐỘNG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Rủi ro, quyết định &amp; bước tiếp theo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thúc bằng hành động cụ thể để kế hoạch có thể bắt đầu ngay.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267712"/>
            <a:ext cx="5257800" cy="3054096"/>
          </a:xfrm>
          <a:prstGeom prst="roundRect">
            <a:avLst>
              <a:gd name="adj" fmla="val 2395"/>
            </a:avLst>
          </a:prstGeom>
          <a:solidFill>
            <a:srgbClr val="F5F5F5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5511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84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CẦN THEO DÕI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87552" y="3108960"/>
            <a:ext cx="109728" cy="10972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3584" y="3035808"/>
            <a:ext cx="4270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{{rui_ro_uu_tien_1}}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87552" y="3730752"/>
            <a:ext cx="109728" cy="10972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3657600"/>
            <a:ext cx="4270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{{rui_ro_uu_tien_2}}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87552" y="4352544"/>
            <a:ext cx="109728" cy="10972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3584" y="4279392"/>
            <a:ext cx="4270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{{phuong_an_ung_pho}}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36208" y="2267712"/>
            <a:ext cx="5257800" cy="3054096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25511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BƯỚC TIẾP THEO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3108960"/>
            <a:ext cx="109728" cy="109728"/>
          </a:xfrm>
          <a:prstGeom prst="ellipse">
            <a:avLst/>
          </a:prstGeom>
          <a:solidFill>
            <a:srgbClr val="27745B"/>
          </a:solidFill>
          <a:ln w="12700">
            <a:solidFill>
              <a:srgbClr val="27745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3035808"/>
            <a:ext cx="4270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{{hanh_dong_tiep_theo_1}}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37960" y="3730752"/>
            <a:ext cx="109728" cy="109728"/>
          </a:xfrm>
          <a:prstGeom prst="ellipse">
            <a:avLst/>
          </a:prstGeom>
          <a:solidFill>
            <a:srgbClr val="27745B"/>
          </a:solidFill>
          <a:ln w="12700">
            <a:solidFill>
              <a:srgbClr val="27745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3657600"/>
            <a:ext cx="4270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{{hanh_dong_tiep_theo_2}}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37960" y="4352544"/>
            <a:ext cx="109728" cy="109728"/>
          </a:xfrm>
          <a:prstGeom prst="ellipse">
            <a:avLst/>
          </a:prstGeom>
          <a:solidFill>
            <a:srgbClr val="27745B"/>
          </a:solidFill>
          <a:ln w="12700">
            <a:solidFill>
              <a:srgbClr val="27745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3992" y="4279392"/>
            <a:ext cx="4270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phụ trách: {{dau_moi_phu_trach}}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" y="5669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CẢM ƠN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743200" y="5669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{{ten_cong_ty}}   •   {{email_lien_he}}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Papertrail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trình hội nhập nhân sự mới</dc:title>
  <dc:subject>Bộ slide nhân sự có trường dữ liệu thay thế</dc:subject>
  <dc:creator>Papertrail — Bộ mẫu Nhân sự</dc:creator>
  <cp:lastModifiedBy>Papertrail — Bộ mẫu Nhân sự</cp:lastModifiedBy>
  <cp:revision>1</cp:revision>
  <dcterms:created xsi:type="dcterms:W3CDTF">2026-10-30T06:18:48Z</dcterms:created>
  <dcterms:modified xsi:type="dcterms:W3CDTF">2026-10-30T06:18:48Z</dcterms:modified>
</cp:coreProperties>
</file>