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457200"/>
            <a:ext cx="3840480" cy="3840480"/>
          </a:xfrm>
          <a:prstGeom prst="ellipse">
            <a:avLst/>
          </a:prstGeom>
          <a:solidFill>
            <a:srgbClr val="F45100">
              <a:alpha val="90000"/>
            </a:srgbClr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170432"/>
            <a:ext cx="2395728" cy="239572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0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30" kern="0" dirty="0">
                <a:solidFill>
                  <a:srgbClr val="FFC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PEOPLE &amp; CULTURE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7726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Chiến lược thu hút nhân tài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4E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 hoạch nhân sự gắn với ưu tiên kinh doanh và trải nghiệm ứng viên.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4754880"/>
            <a:ext cx="1417320" cy="0"/>
          </a:xfrm>
          <a:prstGeom prst="line">
            <a:avLst/>
          </a:prstGeom>
          <a:noFill/>
          <a:ln w="44450">
            <a:solidFill>
              <a:srgbClr val="F4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50474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2D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ĐƠN VỊ  {{ten_cong_ty}}     •     KỲ  {{ky_ke_hoach}}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63550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30" kern="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LÀM VIỆC  /  CẬP NHẬT TRƯỚC KHI TRÌNH BÀY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Bối cảnh &amp; mục tiêu tuyển dụng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Cùng thống nhất kết quả cần đạt, đối tượng tham gia và nguyên tắc triển khai.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23317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331720"/>
            <a:ext cx="54864" cy="20574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871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NHU CẦU NHÂN LỰC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807208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{{tong_chi_tieu}}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04672" y="3392424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Vị trí cần tuyển trong kỳ kế hoạch.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3317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2331720"/>
            <a:ext cx="54864" cy="2057400"/>
          </a:xfrm>
          <a:prstGeom prst="rect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4871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THỜI GIAN TRIỂN KHAI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3712" y="2807208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{{thoi_gian_trien_khai}}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553712" y="3392424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Mốc bắt đầu, kết thúc và các điểm rà soát chính.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19872" y="23317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2331720"/>
            <a:ext cx="54864" cy="2057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4871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MỐI PHỤ TRÁCH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2807208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{{dau_moi_phu_trach}}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302752" y="3392424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phối giữa Nhân sự, quản lý và các nhóm liên quan.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82803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4754880"/>
            <a:ext cx="10351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các vị trí gắn trực tiếp với mục tiêu kinh doanh.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" y="523951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166360"/>
            <a:ext cx="10351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Thống nhất tiêu chí và người ra quyết định trước khi mở tuyển.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" y="565099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577840"/>
            <a:ext cx="10351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trải nghiệm ứng viên xuyên suốt quy trình.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 HOẠCH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 hoạch thu hút nhân tài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Chuyển mục tiêu thành hoạt động rõ người phụ trách và kết quả đầu 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bị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{{giai_doan_chuan_bi}}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{{dau_ra_chuan_bi}}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3872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5F5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kiếm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{{giai_doan_tim_kiem}}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{{dau_ra_tim_kiem}}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1908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{{giai_doan_danh_gia}}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{{dau_ra_danh_gia}}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99448" y="24231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5F5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64040" y="3090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Tiếp nhận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6404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{{giai_doan_tiep_nhan}}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64040" y="44988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{{dau_ra_tiep_nhan}}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VẬN HÀNH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Quy trình &amp; trải nghiệm ứng viên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hành trình nhất quán cần có điểm chạm rõ ràng và phản hồi kịp thời.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2313432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4144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44752" y="22677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Tiếp nhận nhu cầu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07408" y="2267712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Xác nhận mô tả, tiêu chí và thời hạn.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9264" y="2779776"/>
            <a:ext cx="0" cy="356616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172968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30098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3127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kiếm phù hợp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07408" y="31272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kênh và thông điệp tuyển dụng.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9264" y="3639312"/>
            <a:ext cx="0" cy="356616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032504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16052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44752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Phỏng vấn có cấu trúc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07408" y="398678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tiêu chí thống nhất, ghi nhận bằng chứng.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64" y="4498848"/>
            <a:ext cx="0" cy="356616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892040"/>
            <a:ext cx="438912" cy="438912"/>
          </a:xfrm>
          <a:prstGeom prst="ellipse">
            <a:avLst/>
          </a:prstGeom>
          <a:solidFill>
            <a:srgbClr val="FFF0E9"/>
          </a:solidFill>
          <a:ln w="12700">
            <a:solidFill>
              <a:srgbClr val="F4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0200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44752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Đề nghị &amp; phản hồi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407408" y="48463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Trao đổi minh bạch, phản hồi đúng hẹn.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444752" y="5650992"/>
            <a:ext cx="9555480" cy="438912"/>
          </a:xfrm>
          <a:prstGeom prst="roundRect">
            <a:avLst>
              <a:gd name="adj" fmla="val 125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64208" y="576986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 KẾT DỊCH VỤ  •  {{cam_ket_dich_vu}}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LƯỜNG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Chỉ số theo dõi &amp; trách nhiệm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lường trải nghiệm, tiến độ và hiệu quả; sử dụng số liệu đã được xác nhận.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" y="2414016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14016"/>
            <a:ext cx="54864" cy="196596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694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THỜI GIAN TUYỂN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" y="2889504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{{muc_tieu_thoi_gian_tuyen}}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96112" y="34747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từ lúc duyệt yêu cầu đến khi nhận việc.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9704" y="2414016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704" y="2414016"/>
            <a:ext cx="54864" cy="1965960"/>
          </a:xfrm>
          <a:prstGeom prst="rect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5694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TỶ LỆ NHẬN VIỆC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2584" y="2889504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{{muc_tieu_nhan_viec}}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672584" y="34747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mức độ phù hợp của đề nghị.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2414016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6176" y="2414016"/>
            <a:ext cx="54864" cy="196596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25694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CHẤT LƯỢNG TUYỂN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49056" y="2889504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{{muc_tieu_chat_luong}}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449056" y="34747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Rà soát kết quả sau thử việc.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8828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CHỊU TRÁCH NHIỆM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230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{{nguoi_chiu_trach_nhiem}}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48828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BÁO CÁO ĐỊNH KỲ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52303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{{tan_suat_bao_cao}}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/  NHÂN SỰ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256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8368"/>
            <a:ext cx="11201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6473952"/>
            <a:ext cx="112014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LÀM VIỆC  •  CẬP NHẬT TRƯỚC KHI PHÁT HÀNH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65653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Rủi ro, quyết định &amp; bước tiếp theo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thúc bằng hành động cụ thể để kế hoạch có thể bắt đầu ngay.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267712"/>
            <a:ext cx="5257800" cy="3054096"/>
          </a:xfrm>
          <a:prstGeom prst="roundRect">
            <a:avLst>
              <a:gd name="adj" fmla="val 2395"/>
            </a:avLst>
          </a:prstGeom>
          <a:solidFill>
            <a:srgbClr val="F5F5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511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84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CẦN THEO DÕI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3108960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3035808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{{rui_ro_uu_tien_1}}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7552" y="3730752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3657600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{{rui_ro_uu_tien_2}}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87552" y="4352544"/>
            <a:ext cx="109728" cy="10972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4279392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{{phuong_an_ung_pho}}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6208" y="2267712"/>
            <a:ext cx="5257800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5511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77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BƯỚC TIẾP THEO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3108960"/>
            <a:ext cx="109728" cy="109728"/>
          </a:xfrm>
          <a:prstGeom prst="ellipse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3035808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{{hanh_dong_tiep_theo_1}}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3730752"/>
            <a:ext cx="109728" cy="109728"/>
          </a:xfrm>
          <a:prstGeom prst="ellipse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657600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{{hanh_dong_tiep_theo_2}}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37960" y="4352544"/>
            <a:ext cx="109728" cy="109728"/>
          </a:xfrm>
          <a:prstGeom prst="ellipse">
            <a:avLst/>
          </a:prstGeom>
          <a:solidFill>
            <a:srgbClr val="27745B"/>
          </a:solidFill>
          <a:ln w="12700">
            <a:solidFill>
              <a:srgbClr val="27745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4279392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phụ trách: {{dau_moi_phu_trach}}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5669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CẢM ƠN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743200" y="5669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{{ten_cong_ty}}   •   {{email_lien_he}}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Papertrail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Chiến lược thu hút nhân tài</dc:title>
  <dc:subject>Bộ slide nhân sự có trường dữ liệu thay thế</dc:subject>
  <dc:creator>Papertrail — Bộ mẫu Nhân sự</dc:creator>
  <cp:lastModifiedBy>Papertrail — Bộ mẫu Nhân sự</cp:lastModifiedBy>
  <cp:revision>1</cp:revision>
  <dcterms:created xsi:type="dcterms:W3CDTF">2026-10-30T06:18:47Z</dcterms:created>
  <dcterms:modified xsi:type="dcterms:W3CDTF">2026-10-30T06:18:47Z</dcterms:modified>
</cp:coreProperties>
</file>